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8"/>
  </p:notesMasterIdLst>
  <p:sldIdLst>
    <p:sldId id="256" r:id="rId2"/>
    <p:sldId id="280" r:id="rId3"/>
    <p:sldId id="283" r:id="rId4"/>
    <p:sldId id="285" r:id="rId5"/>
    <p:sldId id="284" r:id="rId6"/>
    <p:sldId id="288" r:id="rId7"/>
    <p:sldId id="297" r:id="rId8"/>
    <p:sldId id="287" r:id="rId9"/>
    <p:sldId id="298" r:id="rId10"/>
    <p:sldId id="289" r:id="rId11"/>
    <p:sldId id="299" r:id="rId12"/>
    <p:sldId id="300" r:id="rId13"/>
    <p:sldId id="292" r:id="rId14"/>
    <p:sldId id="293" r:id="rId15"/>
    <p:sldId id="294" r:id="rId16"/>
    <p:sldId id="30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2BE65-1778-4550-80FD-DE66BA3BB293}" v="61" dt="2026-03-20T10:46:23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070" autoAdjust="0"/>
  </p:normalViewPr>
  <p:slideViewPr>
    <p:cSldViewPr snapToGrid="0">
      <p:cViewPr varScale="1">
        <p:scale>
          <a:sx n="101" d="100"/>
          <a:sy n="101" d="100"/>
        </p:scale>
        <p:origin x="12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базе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.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NET Framework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 для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ювелирного магазина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366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>
                <a:solidFill>
                  <a:schemeClr val="bg1"/>
                </a:solidFill>
                <a:latin typeface="Times New Roman"/>
                <a:cs typeface="Times New Roman"/>
              </a:rPr>
              <a:t> Филиппов Илья Алексеевич</a:t>
            </a:r>
            <a:endParaRPr lang="ru-RU" sz="20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>
                <a:latin typeface="Times New Roman"/>
                <a:ea typeface="Arial"/>
                <a:cs typeface="Arial"/>
              </a:rPr>
              <a:t>3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0.03.2026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 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- 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25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083137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</a:p>
          <a:p>
            <a:r>
              <a:rPr lang="ru-RU" sz="1600" dirty="0">
                <a:latin typeface="Times New Roman"/>
                <a:ea typeface="Arial"/>
                <a:cs typeface="Arial"/>
              </a:rPr>
              <a:t>Разработка 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веб-приложения </a:t>
            </a:r>
            <a:r>
              <a:rPr lang="ru-RU" sz="1600" dirty="0">
                <a:latin typeface="Times New Roman"/>
                <a:ea typeface="Arial"/>
                <a:cs typeface="Arial"/>
              </a:rPr>
              <a:t>на базе WPF.NET Framework для ювелирного магазина</a:t>
            </a:r>
            <a:endParaRPr lang="ru-RU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542049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542048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540479"/>
            <a:ext cx="723991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dirty="0" smtClean="0">
                <a:latin typeface="Times New Roman"/>
                <a:ea typeface="Segoe UI"/>
                <a:cs typeface="Segoe UI"/>
              </a:rPr>
              <a:t>Разработать 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веб-приложение </a:t>
            </a:r>
            <a:r>
              <a:rPr lang="ru-RU" sz="1600" dirty="0">
                <a:latin typeface="Times New Roman"/>
                <a:ea typeface="Segoe UI"/>
                <a:cs typeface="Segoe UI"/>
              </a:rPr>
              <a:t>на базе WPF.NET Framework для ювелирного магазина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2803362"/>
            <a:ext cx="89635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 </a:t>
            </a:r>
            <a:r>
              <a:rPr lang="en-US" sz="2000" b="1" dirty="0" smtClean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12420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0" y="3124202"/>
            <a:ext cx="12192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Поставка </a:t>
            </a:r>
            <a:r>
              <a:rPr lang="ru-RU" sz="1400" dirty="0" smtClean="0"/>
              <a:t>задачи на разработку программного продукта. Анализ поставленной задачи</a:t>
            </a:r>
            <a:r>
              <a:rPr lang="en-US" sz="1400" dirty="0" smtClean="0"/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Определение объектов задачи и их атрибутов. Выявление связей между объектами. Составление алгоритма решения задачи и его оптимизация.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Создание интерфейса программного продукта на основе объектов поставленной задачи и их свойств</a:t>
            </a:r>
            <a:r>
              <a:rPr lang="en-US" sz="1400" dirty="0" smtClean="0"/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Написание программного кода продукта на основе определённых ранее объектов и их свойств</a:t>
            </a:r>
            <a:r>
              <a:rPr lang="en-US" sz="1400" dirty="0" smtClean="0"/>
              <a:t>, </a:t>
            </a:r>
            <a:r>
              <a:rPr lang="ru-RU" sz="1400" dirty="0" smtClean="0"/>
              <a:t>согласно составленному алгоритму решения поставленной задачи</a:t>
            </a:r>
            <a:r>
              <a:rPr lang="en-US" sz="1400" dirty="0" smtClean="0"/>
              <a:t>;</a:t>
            </a:r>
            <a:endParaRPr lang="ru-RU" sz="14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Отладка программного кода продукта</a:t>
            </a:r>
            <a:r>
              <a:rPr lang="en-US" sz="1400" dirty="0" smtClean="0"/>
              <a:t>;</a:t>
            </a:r>
            <a:endParaRPr lang="ru-RU" sz="14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Тестирование программного продукта</a:t>
            </a:r>
            <a:r>
              <a:rPr lang="en-US" sz="1400" dirty="0" smtClean="0"/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400" dirty="0" smtClean="0"/>
              <a:t>Оптимизация </a:t>
            </a:r>
            <a:r>
              <a:rPr lang="ru-RU" sz="1400" dirty="0" smtClean="0"/>
              <a:t>программного кода и интерфейса </a:t>
            </a:r>
            <a:r>
              <a:rPr lang="ru-RU" sz="1400" dirty="0" smtClean="0"/>
              <a:t>продукта</a:t>
            </a:r>
            <a:r>
              <a:rPr lang="ru-RU" sz="1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89" y="755333"/>
            <a:ext cx="9417874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en-US" sz="3200" b="1" dirty="0" smtClean="0">
                <a:latin typeface="Times New Roman"/>
                <a:cs typeface="Times New Roman"/>
              </a:rPr>
              <a:t>1</a:t>
            </a:r>
            <a:r>
              <a:rPr lang="ru-RU" sz="3200" b="1" dirty="0" smtClean="0">
                <a:latin typeface="Times New Roman"/>
                <a:cs typeface="Times New Roman"/>
              </a:rPr>
              <a:t>: Поставка </a:t>
            </a:r>
            <a:r>
              <a:rPr lang="ru-RU" sz="3200" b="1" dirty="0">
                <a:latin typeface="Times New Roman"/>
                <a:cs typeface="Times New Roman"/>
              </a:rPr>
              <a:t>задачи на разработку программного продукта. Анализ поставленной задачи</a:t>
            </a:r>
            <a:r>
              <a:rPr lang="ru-RU" sz="3200" b="1" dirty="0" smtClean="0">
                <a:latin typeface="Times New Roman"/>
                <a:cs typeface="Times New Roman"/>
              </a:rPr>
              <a:t>;</a:t>
            </a:r>
            <a:endParaRPr lang="ru-RU" sz="3200" b="1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>
            <a:off x="933489" y="2104745"/>
            <a:ext cx="8991746" cy="17015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4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33489" y="2121760"/>
            <a:ext cx="82105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Ювелирному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магазину необходимо создать программный модуль, позволяющий пользователям просматривать каталог ювелирных изделий, добавлять заказы с последующей генерацией электронного чека с QR-кодом.</a:t>
            </a:r>
          </a:p>
          <a:p>
            <a:pPr indent="457200">
              <a:lnSpc>
                <a:spcPct val="15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предусмотрено распределение ролей, чтобы пользователи и администраторы имели разный уровень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просматривать каталог, выбирать изделия, добавлять их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оформлять заказы и скачивать чеки.</a:t>
            </a:r>
          </a:p>
          <a:p>
            <a:pPr marL="28575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доступ к расширенному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30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3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3478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en-US" sz="3200" b="1" dirty="0" smtClean="0">
                <a:latin typeface="Times New Roman"/>
                <a:cs typeface="Times New Roman"/>
              </a:rPr>
              <a:t>2</a:t>
            </a:r>
            <a:r>
              <a:rPr lang="ru-RU" sz="3200" b="1" dirty="0">
                <a:latin typeface="Times New Roman"/>
                <a:cs typeface="Times New Roman"/>
              </a:rPr>
              <a:t>: Определение объектов задачи и их атрибутов. Выявление связей между объектами. </a:t>
            </a:r>
            <a:endParaRPr lang="ru-RU" sz="3200" b="1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1 -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4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ea typeface="Segoe UI"/>
                <a:cs typeface="Segoe UI"/>
              </a:rPr>
              <a:t>Проанализирована предметная область 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(Ювелирны магазин);</a:t>
            </a:r>
            <a:endParaRPr lang="ru-RU" sz="1600" dirty="0">
              <a:latin typeface="Times New Roman"/>
              <a:ea typeface="Segoe U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Определены основные сущности: пользователи, товары, заказы и </a:t>
            </a:r>
            <a:r>
              <a:rPr lang="ru-RU" sz="1600" dirty="0" smtClean="0"/>
              <a:t>т.</a:t>
            </a:r>
            <a:r>
              <a:rPr lang="en-US" sz="1600" dirty="0" smtClean="0"/>
              <a:t> </a:t>
            </a:r>
            <a:r>
              <a:rPr lang="ru-RU" sz="1600" dirty="0" smtClean="0"/>
              <a:t>д</a:t>
            </a:r>
            <a:r>
              <a:rPr lang="en-US" sz="1600" dirty="0" smtClean="0"/>
              <a:t>. </a:t>
            </a:r>
            <a:r>
              <a:rPr lang="ru-RU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Разработаны модели данных (</a:t>
            </a:r>
            <a:r>
              <a:rPr lang="ru-RU" sz="1600" dirty="0" err="1"/>
              <a:t>Entity</a:t>
            </a:r>
            <a:r>
              <a:rPr lang="ru-RU" sz="1600" dirty="0"/>
              <a:t> Framework);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Настроены связи между таблицами;</a:t>
            </a:r>
            <a:endParaRPr lang="ru-RU" sz="1600" dirty="0">
              <a:latin typeface="Times New Roman"/>
              <a:ea typeface="Segoe UI"/>
              <a:cs typeface="Segoe UI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9191085" y="5993222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584" y="2209222"/>
            <a:ext cx="4264861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10282032" cy="814938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/>
                <a:cs typeface="Times New Roman"/>
              </a:rPr>
              <a:t>Этап 3:</a:t>
            </a:r>
            <a:r>
              <a:rPr lang="en-US" sz="3200" b="1" dirty="0" smtClean="0">
                <a:latin typeface="Times New Roman"/>
                <a:cs typeface="Times New Roman"/>
              </a:rPr>
              <a:t> </a:t>
            </a:r>
            <a:r>
              <a:rPr lang="ru-RU" sz="3200" b="1" dirty="0">
                <a:latin typeface="Times New Roman"/>
                <a:cs typeface="Times New Roman"/>
              </a:rPr>
              <a:t>Создание интерфейса программного продукта на основе объектов поставленной задачи и их свойств;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7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 - 17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1987938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Разработан интерфейс</a:t>
            </a:r>
            <a:r>
              <a:rPr lang="en-US" sz="1600" dirty="0" smtClean="0"/>
              <a:t>;</a:t>
            </a:r>
            <a:endParaRPr lang="ru-RU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Разработан программный блок</a:t>
            </a:r>
            <a:r>
              <a:rPr lang="en-US" sz="1600" dirty="0"/>
              <a:t>;</a:t>
            </a:r>
            <a:endParaRPr lang="ru-RU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Реализовано разделения пользователей на роли;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Реализованы все страницы для работы приложения</a:t>
            </a:r>
            <a:r>
              <a:rPr lang="en-US" sz="1600" dirty="0" smtClean="0"/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Реализованы все функции на основе поставленных задач.</a:t>
            </a: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6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10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5239567" y="2802330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5309235" y="2887714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5309234" y="2848724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  <a:r>
              <a:rPr lang="ru-RU" dirty="0" smtClean="0">
                <a:latin typeface="Times New Roman"/>
                <a:ea typeface="Segoe UI"/>
                <a:cs typeface="Segoe UI"/>
              </a:rPr>
              <a:t>Приложение реализовано и готово к тестированию. </a:t>
            </a:r>
            <a:r>
              <a:rPr lang="ru-RU" b="1" dirty="0">
                <a:latin typeface="Times New Roman"/>
                <a:cs typeface="Times New Roman"/>
              </a:rPr>
              <a:t>Скриншот на </a:t>
            </a:r>
            <a:r>
              <a:rPr lang="ru-RU" b="1" dirty="0" smtClean="0">
                <a:latin typeface="Times New Roman"/>
                <a:cs typeface="Times New Roman"/>
              </a:rPr>
              <a:t>сл. 7-9</a:t>
            </a:r>
            <a:endParaRPr lang="en-US" dirty="0">
              <a:latin typeface="Times New Roman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2549311" y="4652684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8176224" y="5847893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7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790700"/>
            <a:ext cx="3948539" cy="278635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365" y="942974"/>
            <a:ext cx="3546634" cy="490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8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2893935" y="5044777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№3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9050109" y="4747122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№4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367157" y="2085974"/>
            <a:ext cx="5833618" cy="29454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85" y="2370299"/>
            <a:ext cx="5088124" cy="237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8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2084310" y="5292427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№5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8331651" y="4423154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№6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652" y="1539496"/>
            <a:ext cx="6120914" cy="288365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35" y="1424275"/>
            <a:ext cx="3926819" cy="38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23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4: </a:t>
            </a:r>
            <a:r>
              <a:rPr lang="ru-RU" sz="3200" b="1" dirty="0">
                <a:latin typeface="Times New Roman"/>
                <a:cs typeface="Times New Roman"/>
              </a:rPr>
              <a:t>Отладка программного кода </a:t>
            </a:r>
            <a:r>
              <a:rPr lang="ru-RU" sz="3200" b="1" dirty="0" smtClean="0">
                <a:latin typeface="Times New Roman"/>
                <a:cs typeface="Times New Roman"/>
              </a:rPr>
              <a:t>продукта</a:t>
            </a:r>
            <a:endParaRPr lang="ru-RU" sz="3200" b="1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20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методы для выявления ошибки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дополнительные индукции вывода информации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проведена отладка программного кода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32802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dirty="0" smtClean="0">
                <a:latin typeface="Times New Roman"/>
                <a:cs typeface="Segoe UI"/>
              </a:rPr>
              <a:t>Проведена отладка программного кода продукции, ошибки были выявлены и устранены.</a:t>
            </a:r>
            <a:endParaRPr lang="ru-RU" dirty="0">
              <a:latin typeface="Times New Roman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10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7B1A1-F5F5-D20E-B32C-CF868DAD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79" y="-13804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Отработана корректность удаления клиента (тестирование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 DELETE CASCADE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 smtClean="0">
                <a:latin typeface="Times New Roman"/>
                <a:cs typeface="Times New Roman"/>
              </a:rPr>
              <a:t>Этап 5: </a:t>
            </a:r>
            <a:r>
              <a:rPr lang="ru-RU" sz="3200" b="1" dirty="0">
                <a:latin typeface="Times New Roman"/>
                <a:cs typeface="Times New Roman"/>
              </a:rPr>
              <a:t>Тестирование программного </a:t>
            </a:r>
            <a:r>
              <a:rPr lang="ru-RU" sz="3200" b="1" dirty="0" smtClean="0">
                <a:latin typeface="Times New Roman"/>
                <a:cs typeface="Times New Roman"/>
              </a:rPr>
              <a:t>продукта</a:t>
            </a:r>
            <a:endParaRPr lang="ru-RU" sz="3200" b="1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1-22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3388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проведены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протестированы функции приложения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добавлена валидация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32802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Результат: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latin typeface="Times New Roman"/>
                <a:cs typeface="Segoe UI"/>
              </a:rPr>
              <a:t>Проведено тестирование приложения, баги при тестировании были исправлены</a:t>
            </a:r>
            <a:endParaRPr lang="ru-RU" dirty="0">
              <a:latin typeface="Times New Roman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11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7B1A1-F5F5-D20E-B32C-CF868DAD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79" y="-13804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Отработана корректность удаления клиента (тестирование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 DELETE CASCADE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71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 smtClean="0">
                <a:latin typeface="Times New Roman"/>
                <a:cs typeface="Times New Roman"/>
              </a:rPr>
              <a:t>Этап 6: </a:t>
            </a:r>
            <a:r>
              <a:rPr lang="ru-RU" sz="3200" b="1" dirty="0">
                <a:latin typeface="Times New Roman"/>
                <a:cs typeface="Times New Roman"/>
              </a:rPr>
              <a:t>Оптимизация программного кода и интерфейса </a:t>
            </a:r>
            <a:r>
              <a:rPr lang="ru-RU" sz="3200" b="1" dirty="0" smtClean="0">
                <a:latin typeface="Times New Roman"/>
                <a:cs typeface="Times New Roman"/>
              </a:rPr>
              <a:t>продукта</a:t>
            </a:r>
            <a:endParaRPr lang="ru-RU" sz="3200" b="1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3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933489" y="2402647"/>
            <a:ext cx="824143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Улучшена структура программного кода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интерфейс продукта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вывод ошибок при валидации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Логическое название всех объектов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 читабельный код.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32802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dirty="0" smtClean="0">
                <a:latin typeface="Times New Roman"/>
                <a:cs typeface="Segoe UI"/>
              </a:rPr>
              <a:t>Проведена отладка программного кода продукции, ошибки были выявлены и устранены.</a:t>
            </a:r>
            <a:endParaRPr lang="ru-RU" dirty="0">
              <a:latin typeface="Times New Roman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12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7B1A1-F5F5-D20E-B32C-CF868DAD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79" y="-13804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Отработана корректность удаления клиента (тестирование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 DELETE CASCADE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7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dirty="0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Архитектура клиент-серверных информационных систем;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Валидация </a:t>
            </a:r>
            <a:r>
              <a:rPr lang="ru-RU" sz="1600" dirty="0"/>
              <a:t>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Разработка на </a:t>
            </a:r>
            <a:r>
              <a:rPr lang="en-US" sz="1600" dirty="0" err="1"/>
              <a:t>WPF.Net</a:t>
            </a:r>
            <a:r>
              <a:rPr lang="en-US" sz="1600" dirty="0"/>
              <a:t> Framework;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Работа с </a:t>
            </a:r>
            <a:r>
              <a:rPr lang="en-US" sz="1600" dirty="0"/>
              <a:t>Entity Framework;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веб-интерфейсов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Реализация авторизации и ролей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Реализация </a:t>
            </a:r>
            <a:r>
              <a:rPr lang="en-US" sz="1600" dirty="0"/>
              <a:t>PDF-</a:t>
            </a:r>
            <a:r>
              <a:rPr lang="ru-RU" sz="1600" dirty="0"/>
              <a:t>чека с генерируемым </a:t>
            </a:r>
            <a:r>
              <a:rPr lang="en-US" sz="1600" dirty="0"/>
              <a:t>QR-</a:t>
            </a:r>
            <a:r>
              <a:rPr lang="ru-RU" sz="1600" dirty="0"/>
              <a:t>кодом.</a:t>
            </a:r>
            <a:endParaRPr lang="ru-RU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веб-приложение для ювелирного магазина;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</a:t>
            </a:r>
            <a:r>
              <a:rPr lang="en-US" dirty="0" smtClean="0">
                <a:latin typeface="Times New Roman"/>
                <a:ea typeface="Calibri"/>
                <a:cs typeface="Calibri"/>
              </a:rPr>
              <a:t>4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244531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244530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277281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277281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3297730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3345066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  <p:sp>
        <p:nvSpPr>
          <p:cNvPr id="14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298448" y="3849171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389869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генерации 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чека 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000" b="1" dirty="0" err="1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кодом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288553" y="4400612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18764" y="4450136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ролей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1296390" y="1825831"/>
            <a:ext cx="826324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В ходе учебной практики было разработано полноценное веб-приложение на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WPF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cs typeface="Times New Roman"/>
              </a:rPr>
              <a:t>.NET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Framework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buAutoNum type="arabicPeriod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buAutoNum type="arabicPeriod"/>
            </a:pPr>
            <a:r>
              <a:rPr lang="ru-RU" dirty="0">
                <a:latin typeface="Times New Roman"/>
                <a:cs typeface="Times New Roman"/>
              </a:rPr>
              <a:t>Освоены навыки проектирования, разработки и тестирования программного обеспечения.</a:t>
            </a:r>
          </a:p>
          <a:p>
            <a:pPr marL="342900" indent="-342900" algn="just">
              <a:buAutoNum type="arabicPeriod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В результате были закреплены теоретические знания и получены практические навыки разработки веб-приложений, работы с базами данных и современными технологиями платформы .NET.</a:t>
            </a:r>
          </a:p>
          <a:p>
            <a:pPr marL="342900" indent="-342900" algn="just">
              <a:buAutoNum type="arabicPeriod"/>
            </a:pPr>
            <a:endParaRPr lang="ru-RU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marL="342900" indent="-342900" algn="just">
              <a:buAutoNum type="arabicPeriod"/>
            </a:pPr>
            <a:r>
              <a:rPr lang="ru-RU" dirty="0"/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системы, включая регистрацию, авторизацию, каталог товаров и оформление заказов.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</a:t>
            </a:r>
            <a:r>
              <a:rPr lang="en-US" dirty="0" smtClean="0">
                <a:latin typeface="Times New Roman"/>
                <a:ea typeface="Calibri"/>
                <a:cs typeface="Calibri"/>
              </a:rPr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базе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.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NET Framework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 для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ювелирного магазина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366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>
                <a:solidFill>
                  <a:schemeClr val="bg1"/>
                </a:solidFill>
                <a:latin typeface="Times New Roman"/>
                <a:cs typeface="Times New Roman"/>
              </a:rPr>
              <a:t> Филиппов Илья Алексеевич</a:t>
            </a:r>
            <a:endParaRPr lang="ru-RU" sz="20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618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8101</TotalTime>
  <Words>754</Words>
  <Application>Microsoft Office PowerPoint</Application>
  <PresentationFormat>Широкоэкранный</PresentationFormat>
  <Paragraphs>117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Arial Unicode MS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веб-приложения на базе WPF.NET Framework для ювелирного магазина</vt:lpstr>
      <vt:lpstr>Информация о практике</vt:lpstr>
      <vt:lpstr>Цели и задачи практики</vt:lpstr>
      <vt:lpstr>Этап 1: Поставка задачи на разработку программного продукта. Анализ поставленной задачи;</vt:lpstr>
      <vt:lpstr>Этап 2: Определение объектов задачи и их атрибутов. Выявление связей между объектами. </vt:lpstr>
      <vt:lpstr>Этап 3: Создание интерфейса программного продукта на основе объектов поставленной задачи и их свойств;</vt:lpstr>
      <vt:lpstr>Результаты этапа 3 : </vt:lpstr>
      <vt:lpstr>Результаты этапа 3 : </vt:lpstr>
      <vt:lpstr>Результаты этапа 3 : </vt:lpstr>
      <vt:lpstr>Этап 4: Отладка программного кода продукта</vt:lpstr>
      <vt:lpstr>Этап 5: Тестирование программного продукта</vt:lpstr>
      <vt:lpstr>Этап 6: Оптимизация программного кода и интерфейса продукта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веб-приложения на базе WPF.NET Framework для ювелирного магазина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Филиппов Илья Алексеевич</cp:lastModifiedBy>
  <cp:revision>882</cp:revision>
  <dcterms:created xsi:type="dcterms:W3CDTF">2023-01-30T07:02:12Z</dcterms:created>
  <dcterms:modified xsi:type="dcterms:W3CDTF">2026-04-23T10:17:47Z</dcterms:modified>
</cp:coreProperties>
</file>